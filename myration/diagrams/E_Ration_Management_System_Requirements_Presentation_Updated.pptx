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77" r:id="rId12"/>
    <p:sldId id="278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15" y="-7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14400"/>
            <a:ext cx="109728" cy="4480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234440"/>
            <a:ext cx="673832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E-RATION MANAGEMENT SYSTEM</a:t>
            </a:r>
          </a:p>
          <a:p>
            <a:pPr>
              <a:defRPr sz="2100">
                <a:solidFill>
                  <a:srgbClr val="BFDBFE"/>
                </a:solidFill>
                <a:latin typeface="Aptos"/>
              </a:defRPr>
            </a:pPr>
            <a:r>
              <a:rPr dirty="0"/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3063240"/>
            <a:ext cx="4053225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Division of Information Technology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Cochin University College of Engineering </a:t>
            </a:r>
            <a:r>
              <a:rPr dirty="0" err="1"/>
              <a:t>Kuttanad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US" dirty="0"/>
              <a:t> </a:t>
            </a:r>
            <a:r>
              <a:rPr lang="en-US" dirty="0" err="1"/>
              <a:t>Niwana</a:t>
            </a:r>
            <a:r>
              <a:rPr lang="en-US" dirty="0"/>
              <a:t> C Tom – 41 -24102802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		     Parvathi Raj – 42 24102379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		     Reema </a:t>
            </a:r>
            <a:r>
              <a:rPr lang="en-US" dirty="0" err="1"/>
              <a:t>Faroon</a:t>
            </a:r>
            <a:r>
              <a:rPr lang="en-US" dirty="0"/>
              <a:t> K -43 24102346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		     </a:t>
            </a:r>
            <a:r>
              <a:rPr lang="en-US" dirty="0" err="1"/>
              <a:t>Ridhin</a:t>
            </a:r>
            <a:r>
              <a:rPr lang="en-US" dirty="0"/>
              <a:t> Raj K M -44 – 24102766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Academic Year: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800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E-Ration Management System is a web-based platform for digital management of ration services.</a:t>
            </a:r>
          </a:p>
          <a:p>
            <a:pPr>
              <a:spcAft>
                <a:spcPts val="12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It provides separate role-based access for Admin, Shopkeeper and Beneficiary.</a:t>
            </a:r>
          </a:p>
          <a:p>
            <a:pPr>
              <a:spcAft>
                <a:spcPts val="12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The system manages registration, approval, quota, stock, ration distribution, complaints and alerts.</a:t>
            </a:r>
          </a:p>
          <a:p>
            <a:pPr>
              <a:spcAft>
                <a:spcPts val="12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It helps maintain organized records and reduces manual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64808"/>
            <a:ext cx="199125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</a:t>
            </a:r>
            <a:r>
              <a:rPr dirty="0" err="1"/>
              <a:t>i</a:t>
            </a:r>
            <a:r>
              <a:rPr dirty="0"/>
              <a:t>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242316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64008" cy="2423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4712" y="1645919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Project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075688"/>
            <a:ext cx="9966960" cy="176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To develop a secure and efficient web-based system for managing beneficiaries, ration shops, quotas, stock, ration distribution and complaints in a centralized manner.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389120"/>
            <a:ext cx="242316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28800" y="4389120"/>
            <a:ext cx="64008" cy="10058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39112" y="4526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4956048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Controls and verifies the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4389120"/>
            <a:ext cx="242316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92040" y="4389120"/>
            <a:ext cx="64008" cy="10058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02352" y="4526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Shopkeeper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4956048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Manages stock and distribution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389120"/>
            <a:ext cx="242316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55279" y="4389120"/>
            <a:ext cx="64008" cy="10058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65592" y="4526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Beneficiary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4956048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Views ration services and files complaints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800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Digitize beneficiary and shopkeeper registration.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Verify and approve registrations before access.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Manage ration quotas based on card type.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Maintain shop stock and ration distribution records.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Provide beneficiaries with profile, quota, history and alert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Provide complaint management and warning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80160"/>
            <a:ext cx="5074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417319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47088"/>
            <a:ext cx="4709159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Login, role verification and approval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074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64008" cy="12344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417319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Beneficiary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47088"/>
            <a:ext cx="4709159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Profile, quota, history, alerts and complaints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52928"/>
            <a:ext cx="5074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2852928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2990088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Shopkeeper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419856"/>
            <a:ext cx="4709159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Stock updates and ration distribution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52928"/>
            <a:ext cx="5074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852928"/>
            <a:ext cx="64008" cy="12344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2990088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419856"/>
            <a:ext cx="4709159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Dashboard, approvals, quota and item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425696"/>
            <a:ext cx="5074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4425696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4562856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992624"/>
            <a:ext cx="4709159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Available, allocated and distributed stock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25696"/>
            <a:ext cx="5074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4425696"/>
            <a:ext cx="64008" cy="12344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4562856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Complaint &amp;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992624"/>
            <a:ext cx="4709159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Complaint handling and warning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4636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4800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User Login – credential verification, role identification and approval checking.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Beneficiary Registration – personal, Aadhaar, ration card, shop and account details.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Shopkeeper Registration – owner, Aadhaar, shop, license and account details.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View Profile, Monthly Quota, Distribution History and Alerts.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View Shop Stock and Update Stock.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Distribute Ration and update stock after distribution.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Dashboard Management and Approve Registrations.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Manage Quota and Add New Item.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Functional Requirements –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4636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4800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Complaint Management – admin reviews and updates complaint status.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File Complaint – beneficiary submits a complaint against a ration shop.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Warning Alert – admin sends a warning notification to a shopkeeper.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Invalid Login Handling – displays invalid credentials or pending approval messages.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Registration details are stored with Pending Approval status until verification.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Role-based access is provided for Admin, Shopkeeper and Beneficiary.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46303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892807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Fast and responsive operation; optimized database queries; common operations targeted below 2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64008" cy="12344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46303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Compatibility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892807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Desktop, laptop, tablet and mobile support; Chrome, Firefox, Edge and Safari; XAMPP and live deployment.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880360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30175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447288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Password hashing, JWT authentication, role-based access control and protection against SQL injection and unauthorized 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8036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880360"/>
            <a:ext cx="64008" cy="12344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0175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447288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Accurate quota, stock and transaction records with backup and recovery mechanisms.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43484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74720" y="4434840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85032" y="45720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Usability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5032" y="5001768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User-friendly interface for beneficiaries, shopkeepers and administrators.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The system has three main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324612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73152" cy="3566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58191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ADMIN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75688"/>
            <a:ext cx="2834639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• Manage dashboard statistics</a:t>
            </a:r>
            <a:br/>
            <a:r>
              <a:t>• Approve / reject registrations</a:t>
            </a:r>
            <a:br/>
            <a:r>
              <a:t>• Manage ration quota</a:t>
            </a:r>
            <a:br/>
            <a:r>
              <a:t>• Add new ration items</a:t>
            </a:r>
            <a:br/>
            <a:r>
              <a:t>• Manage complaints</a:t>
            </a:r>
            <a:br/>
            <a:r>
              <a:t>• Send warning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356616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58191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SHOPKEEPER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75688"/>
            <a:ext cx="2834639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• Register as shopkeeper</a:t>
            </a:r>
            <a:br/>
            <a:r>
              <a:t>• View shop stock</a:t>
            </a:r>
            <a:br/>
            <a:r>
              <a:t>• Update stock</a:t>
            </a:r>
            <a:br/>
            <a:r>
              <a:t>• Distribute ration</a:t>
            </a:r>
            <a:br/>
            <a:r>
              <a:t>• Maintain distribution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24612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3566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58191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BENEFICIARY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75688"/>
            <a:ext cx="2834639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• Register as beneficiary</a:t>
            </a:r>
            <a:br/>
            <a:r>
              <a:t>• View profile</a:t>
            </a:r>
            <a:br/>
            <a:r>
              <a:t>• View monthly quota</a:t>
            </a:r>
            <a:br/>
            <a:r>
              <a:t>• View distribution history</a:t>
            </a:r>
            <a:br/>
            <a:r>
              <a:t>• View alerts and shop stock</a:t>
            </a:r>
            <a:br/>
            <a:r>
              <a:t>• File complaints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Admin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Module and Functionalities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399032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8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Provides administrative control over users, ration items, quota, complaints and system statistics.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79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Dashboard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72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View total users, pending approvals and pending complaints.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14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514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679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Approve Registrations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72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Verify and approve or reject beneficiary and shopkeeper registrations.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657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82219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Manage Quota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15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Set ration quantity and price for different card types.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82219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Add New Item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315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Add a new ration item with quantity, price and unit.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4800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965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Complaint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458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Review complaints and update their status.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800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800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965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Warning 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58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Send a warning notification to a shopkeeper when required.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Shopkeeper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Module and Functionalities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399032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8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Allows approved shopkeepers to manage ration shop stock and distribute ration to beneficiaries.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79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Shopkeeper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72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Enter owner and shop details and submit them for admin approval.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14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514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679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View Shop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72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View allocated, distributed and available quantities.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657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82219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Update 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15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Add newly received stock to the shop inventory.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82219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Distribute 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315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Record ration issued to beneficiaries.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4800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965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Stock Update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458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Stock balance is updated after ration distribution.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Beneficiary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Module and Functionalities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399032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8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Allows approved beneficiaries to access their ration information and interact with the ration shop.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79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Beneficiary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72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Enter personal and ration card details and submit for approval.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14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514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679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View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72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View name, ration card type, address and assigned shop.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657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82219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View Monthly Quota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15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View allocated rice, wheat, sugar, kerosene and quantities.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82219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View Distribution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315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View previous ration collection transactions.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4800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965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View Alerts &amp; Shop 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458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View announcements, stock information and available shop stock.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800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800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965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File Complaint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58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Submit a complaint against a ration shop.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" y="6464808"/>
            <a:ext cx="199125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</a:t>
            </a:r>
            <a:r>
              <a:rPr dirty="0" err="1"/>
              <a:t>i</a:t>
            </a:r>
            <a:r>
              <a:rPr dirty="0"/>
              <a:t>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System Design – 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9966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  <a:latin typeface="Aptos Display"/>
              </a:defRPr>
            </a:pPr>
            <a:r>
              <a:rPr dirty="0"/>
              <a:t>USE CASE DIAGRAM</a:t>
            </a:r>
          </a:p>
          <a:p>
            <a:pPr algn="ctr"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/>
              <a:t>Insert the final Use Case Diagram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8BEA86-AB55-EC45-4DAB-40BF45D6D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96" y="947387"/>
            <a:ext cx="7833049" cy="53747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Use Case Specification – User Login</a:t>
            </a:r>
          </a:p>
        </p:txBody>
      </p:sp>
      <p:pic>
        <p:nvPicPr>
          <p:cNvPr id="4" name="Picture 3" descr="1.sp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2191757"/>
            <a:ext cx="10789920" cy="33065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9125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</a:t>
            </a:r>
            <a:r>
              <a:rPr dirty="0" err="1"/>
              <a:t>i</a:t>
            </a:r>
            <a:r>
              <a:rPr dirty="0"/>
              <a:t>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Use Case Specification – Beneficiary Registration</a:t>
            </a:r>
          </a:p>
        </p:txBody>
      </p:sp>
      <p:pic>
        <p:nvPicPr>
          <p:cNvPr id="4" name="Picture 3" descr="2.spe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751" y="1239011"/>
            <a:ext cx="8694193" cy="5212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Use Case Specification – Shopkeeper Registration</a:t>
            </a:r>
          </a:p>
        </p:txBody>
      </p:sp>
      <p:pic>
        <p:nvPicPr>
          <p:cNvPr id="4" name="Picture 3" descr="3.spe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90" y="1239011"/>
            <a:ext cx="10048713" cy="5212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9125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</a:t>
            </a:r>
            <a:r>
              <a:rPr dirty="0" err="1"/>
              <a:t>i</a:t>
            </a:r>
            <a:r>
              <a:rPr dirty="0"/>
              <a:t>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Use Case Specification – View Profile</a:t>
            </a:r>
          </a:p>
        </p:txBody>
      </p:sp>
      <p:pic>
        <p:nvPicPr>
          <p:cNvPr id="4" name="Picture 3" descr="4.spe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87" y="1239011"/>
            <a:ext cx="10677720" cy="5212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Use Case Specification – View Monthly Quota</a:t>
            </a:r>
          </a:p>
        </p:txBody>
      </p:sp>
      <p:pic>
        <p:nvPicPr>
          <p:cNvPr id="4" name="Picture 3" descr="5.spe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682066"/>
            <a:ext cx="10789920" cy="432597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4636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System Design – Class Diagram</a:t>
            </a:r>
          </a:p>
        </p:txBody>
      </p:sp>
      <p:pic>
        <p:nvPicPr>
          <p:cNvPr id="4" name="Picture 3" descr="new class phot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91" y="1252728"/>
            <a:ext cx="9400112" cy="5212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E-Ration Management System  | 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System Design – Sequence Diagram</a:t>
            </a:r>
          </a:p>
        </p:txBody>
      </p:sp>
      <p:pic>
        <p:nvPicPr>
          <p:cNvPr id="4" name="Picture 3" descr="sequenc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824" y="1239011"/>
            <a:ext cx="2358045" cy="5212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E-Ration Management System  | 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System Design – Activity Diagram</a:t>
            </a:r>
          </a:p>
        </p:txBody>
      </p:sp>
      <p:pic>
        <p:nvPicPr>
          <p:cNvPr id="4" name="Picture 3" descr="ppt activity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695" y="1239011"/>
            <a:ext cx="6380304" cy="5212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E-Ration Management System  | 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6480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E-Ration Management System  |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800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The E-Ration Management System provides a centralized platform for digital ration management.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It supports role-based operations for Admin, Shopkeeper and Beneficiary.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Registration, approval, quota, stock and distribution can be managed systematically.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Complaint and alert features support communication and monitoring.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The system aims to reduce manual effort and maintain consistent digital records.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6480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E-Ration Management System  |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800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Project Functional and Non-Functional Requirements Document.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PHP Documentation – Server-side application development.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MySQL Documentation – Database management and SQL.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PlantUML Documentation – UML diagram preparation.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Project design and implementation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1166</Words>
  <Application>Microsoft Office PowerPoint</Application>
  <PresentationFormat>Widescreen</PresentationFormat>
  <Paragraphs>194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PARVATHI RAJ</dc:creator>
  <cp:keywords/>
  <dc:description>generated using python-pptx</dc:description>
  <cp:lastModifiedBy>PARVATHI RAJ</cp:lastModifiedBy>
  <cp:revision>2</cp:revision>
  <dcterms:created xsi:type="dcterms:W3CDTF">2013-01-27T09:14:16Z</dcterms:created>
  <dcterms:modified xsi:type="dcterms:W3CDTF">2026-09-28T01:56:21Z</dcterms:modified>
  <cp:category/>
</cp:coreProperties>
</file>